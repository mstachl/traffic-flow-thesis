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73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06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54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14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611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29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56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04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76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0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D445E-FF91-47D9-9E4C-ABF18C8B5B03}" type="datetimeFigureOut">
              <a:rPr lang="de-DE" smtClean="0"/>
              <a:t>06.02.2017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D29F7-E6D0-42C2-8DF8-F403C679D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81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1361558" y="715385"/>
            <a:ext cx="6024300" cy="4694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54" y="960248"/>
            <a:ext cx="3021696" cy="207837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558" y="3146242"/>
            <a:ext cx="3034150" cy="208694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524" y="960292"/>
            <a:ext cx="3013334" cy="2072623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524" y="3140535"/>
            <a:ext cx="3013334" cy="2072623"/>
          </a:xfrm>
          <a:prstGeom prst="rect">
            <a:avLst/>
          </a:prstGeom>
        </p:spPr>
      </p:pic>
      <p:sp>
        <p:nvSpPr>
          <p:cNvPr id="14" name="Textfeld 13"/>
          <p:cNvSpPr txBox="1"/>
          <p:nvPr/>
        </p:nvSpPr>
        <p:spPr>
          <a:xfrm>
            <a:off x="2872502" y="718919"/>
            <a:ext cx="54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a)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5879191" y="715384"/>
            <a:ext cx="54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b)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2942229" y="5102326"/>
            <a:ext cx="54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c)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5976379" y="5102326"/>
            <a:ext cx="54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2428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Markus Stachl</dc:creator>
  <cp:lastModifiedBy>Markus Stachl</cp:lastModifiedBy>
  <cp:revision>3</cp:revision>
  <dcterms:created xsi:type="dcterms:W3CDTF">2017-02-06T17:33:25Z</dcterms:created>
  <dcterms:modified xsi:type="dcterms:W3CDTF">2017-02-07T15:27:00Z</dcterms:modified>
</cp:coreProperties>
</file>